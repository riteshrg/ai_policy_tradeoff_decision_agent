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India E20 ethanol‑blending target – decision between Rapid Expansion and Gradual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Recommended: Gradual 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/>
            </a:pPr>
            <a:r>
              <a:t>Deterministic Scores — Rapid Expansion: 4.7 | Gradual Adoption: 6.3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Key Trade-offs:</a:t>
            </a:r>
          </a:p>
          <a:p>
            <a:pPr>
              <a:defRPr sz="1200" b="0"/>
            </a:pPr>
            <a:r>
              <a:t>- Rapid Expansion offers immediate foreign‑exchange savings but raises water stress and consumer costs</a:t>
            </a:r>
          </a:p>
          <a:p>
            <a:pPr>
              <a:defRPr sz="1200" b="0"/>
            </a:pPr>
            <a:r>
              <a:t>- Gradual Adoption preserves water resources and limits mileage penalties but delays energy‑security gains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194560"/>
            <a:ext cx="5577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Conflicts:</a:t>
            </a:r>
          </a:p>
          <a:p>
            <a:pPr>
              <a:defRPr sz="1200" b="0"/>
            </a:pPr>
            <a:r>
              <a:t>- Energy lens favors Rapid Expansion while Food/Water and Vehicle/Consumer lenses favor Gradual Adoption</a:t>
            </a:r>
          </a:p>
          <a:p>
            <a:pPr>
              <a:defRPr sz="1200" b="0"/>
            </a:pPr>
          </a:p>
          <a:p>
            <a:pPr>
              <a:defRPr sz="1200" b="0"/>
            </a:pPr>
            <a:r>
              <a:t>Caveats:</a:t>
            </a:r>
          </a:p>
          <a:p>
            <a:pPr>
              <a:defRPr sz="1200" b="0"/>
            </a:pPr>
            <a:r>
              <a:t>- Assumes current technology trends continue; abrupt policy shifts could alter 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Applies under: Recommendation holds if water‑stress regions remain vulnerable and older vehicle stock stays &gt;30% of fleet; If ethanol‑yield technologies double or fuel‑price premiums shrink, rapid rollout may become preferable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Sources: Energy findings: PIB Factsheet; BBC; Eurasia Review; ForumIAS; IEA AMF India report; Food &amp; Water findings: Mongabay 2026; Rediff 2026; ResearchGate 2026; HP CL Facebook post 2023; Chetan Bharat 2026; Vehicle &amp; Consumer findings: Reuters 2025; ARAI press release 2026; SIAM statement; Team‑BHP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