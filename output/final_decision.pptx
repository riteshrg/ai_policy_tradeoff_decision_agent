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t>India E20 ethanol‑blending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Recommended: Gradual E20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/>
            </a:pPr>
            <a:r>
              <a:t>Deterministic Scores — Rapid E20 expansion: 4.7 | Gradual E20 adoption: 5.6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Key Trade-offs:</a:t>
            </a:r>
          </a:p>
          <a:p>
            <a:pPr>
              <a:defRPr sz="1200" b="0"/>
            </a:pPr>
            <a:r>
              <a:t>- Rapid expansion – strong energy‑security benefit but heightened food‑price pressure, groundwater drawdown, and older‑vehicle wear.</a:t>
            </a:r>
          </a:p>
          <a:p>
            <a:pPr>
              <a:defRPr sz="1200" b="0"/>
            </a:pPr>
            <a:r>
              <a:t>- Gradual adoption – preserves food/water resources and protects legacy vehicles but yields smaller import‑cost reduction.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19456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Conflicts:</a:t>
            </a:r>
          </a:p>
          <a:p>
            <a:pPr>
              <a:defRPr sz="1200" b="0"/>
            </a:pPr>
            <a:r>
              <a:t>- Energy lens favors Rapid expansion; Food/Water and Vehicle/Consumer lenses favor Gradual adoption.</a:t>
            </a:r>
          </a:p>
          <a:p>
            <a:pPr>
              <a:defRPr sz="1200" b="0"/>
            </a:pPr>
          </a:p>
          <a:p>
            <a:pPr>
              <a:defRPr sz="1200" b="0"/>
            </a:pPr>
            <a:r>
              <a:t>Caveats:</a:t>
            </a:r>
          </a:p>
          <a:p>
            <a:pPr>
              <a:defRPr sz="1200" b="0"/>
            </a:pPr>
            <a:r>
              <a:t>- Assumes current feedstock trends persist; does not factor potential advances in low‑water‑use crops or engine retrofits.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/>
            </a:pPr>
            <a:r>
              <a:t>Applies under: Ethanol supply remains constrained; Groundwater depletion continues; A sizable share of the vehicle fleet remains pre‑2015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/>
            </a:pPr>
            <a:r>
              <a:t>Sources: Mongabay India (2026); DowntoEarth (2025); Economic Times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